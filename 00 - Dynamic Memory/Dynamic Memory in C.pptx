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04cedf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04cedf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f04cedf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f04cedf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f04cedf1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f04cedf1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f04cedf1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f04cedf1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04cedf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f04cedf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f04cedf1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f04cedf1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f04cedf1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f04cedf1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f04cedf1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f04cedf1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f04cedf1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f04cedf1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04cedf1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f04cedf1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Memory in 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memory functions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four (4) dynamic memory functions in C: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malloc(size): Basic memory allocation.  Returns a pointer to allocated memory on success, NULL on failure.  Allocated memory is *NOT* guaranteed to be cleared to zero.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free(pointer): Releases memory previously allocated by one of the other memory functions.  There is nothing returned.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calloc(number of elements, size of each element): Allocates memory and clears all of the bytes to 0.  Returns a pointer to allocated, cleared memory on success, NULL on failure.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realloc(pointer, size): Changes the size of memory previously allocated with malloc or calloc.  Returns a pointer to allocated memory (which may be the same as or different from the one passed in) on success, NULL if the </a:t>
            </a:r>
            <a:r>
              <a:rPr lang="en"/>
              <a:t>reallocation</a:t>
            </a:r>
            <a:r>
              <a:rPr lang="en"/>
              <a:t> was unsuccessful.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malloc()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"malloc" is short for "memory allocate"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malloc() is the fastest of the functions that can allocate memory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It just finds the first thing that satisfies the size and returns it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It's used when the user does not care about the contents of the returned memory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means that the user will be initializing the memory and will *NOT* attempt to check any of the memory during initialization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parameter that's passed to malloc is the number of *bytes* you want allocated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means that if you want something that is more than one byte in size, you'll have to use the right number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You can use C's "sizeof" operator to do this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example:  int *myInt = (int*) malloc(sizeof(int));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 can use malloc to create an array of things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 example, to declare an array of 42 ints:  int *myInts = (int*) malloc(42 * sizeof(int));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free()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free when you're done with a piece of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doesn't matter which </a:t>
            </a:r>
            <a:r>
              <a:rPr lang="en"/>
              <a:t>function</a:t>
            </a:r>
            <a:r>
              <a:rPr lang="en"/>
              <a:t> allocated the memory or if it was reallocated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you don't attempt to use a pointer once it's been freed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will probably make your program crash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you don't attempt to free a piece of memory that's already been freed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will also probably make your program crash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set your pointer to NULL after you free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It's recommended that you write "free(pointer); pointer = NULL;" on one line so that you don't accidentally forget to set it to 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OK to free a NULL pointer (it just does nothing)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need to check if a pointer is NULL before freeing 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calloc()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"calloc" is short for "clear memory allocate"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calloc when you need to guarantee that all the bytes in the memory you're using are set to zero or when you would be initializing it to zero anyway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This is important for some libraries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Using calloc is usually slower than using malloc because of the extra work done to guarantee that all of the memory is zero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Using calloc may be faster than setting it all to zero yourself because it may make use of special operating system functionality to do this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parameters to calloc are the number of elements and the size of each element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Always set the number of elements to 1 and use the size you need as the second parameter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calloc has two parameters for historical reasons, but really only one is useful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realloc()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"realloc" is short for "reallocate"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realloc when you need to make a piece of memory larger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can technically also be used to make a piece of memory smaller, but this should be avoided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parameters to realloc are the pointer to reallocate and the desired new size of the memory (*NOT* the number of </a:t>
            </a:r>
            <a:r>
              <a:rPr lang="en"/>
              <a:t>bytes</a:t>
            </a:r>
            <a:r>
              <a:rPr lang="en"/>
              <a:t> to be added)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realloc may have to allocate a new block of memory to satisfy the request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does, it will copy over the contents of the old memory to the new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realloc returns a pointer to the memory of the new size on success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*NEVER* assign the return value to the same pointer you passed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a </a:t>
            </a:r>
            <a:r>
              <a:rPr lang="en"/>
              <a:t>separate</a:t>
            </a:r>
            <a:r>
              <a:rPr lang="en"/>
              <a:t> variable </a:t>
            </a:r>
            <a:r>
              <a:rPr lang="en"/>
              <a:t>for</a:t>
            </a:r>
            <a:r>
              <a:rPr lang="en"/>
              <a:t> the return value (more on this next)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check for NULL!!!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allocation (or reallocation) can fail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it does, then malloc, calloc, or realloc will return 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*ALWAYS* check the return value to make sure it's not NULL before continuing and handle a failure gracefully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don't check for NULL and memory allocation fails, your program will crash when it attempts to use the pointer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mentioned in the realloc slide *NEVER* assign the return value of realloc back to the same pointer you pass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Realloc does not do </a:t>
            </a:r>
            <a:r>
              <a:rPr lang="en"/>
              <a:t>anything</a:t>
            </a:r>
            <a:r>
              <a:rPr lang="en"/>
              <a:t> with the pointer you pass in if </a:t>
            </a:r>
            <a:r>
              <a:rPr lang="en"/>
              <a:t>reallocation</a:t>
            </a:r>
            <a:r>
              <a:rPr lang="en"/>
              <a:t> fails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reassign the pointer you pass in and realloc fails, your pointer will become NULL and you will lose the ability to free the memory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a "memory leak"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leaks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memory leak happens when the pointer to allocated memory is lost before the memory at that address is freed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can happen, for example, if you forget to free the memory you locally allocated in a function before it exits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pointer in the function will </a:t>
            </a:r>
            <a:r>
              <a:rPr lang="en"/>
              <a:t>disappear</a:t>
            </a:r>
            <a:r>
              <a:rPr lang="en"/>
              <a:t> when the function exits and you will have no knowledge of what it was and therefore will be unable to free it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can also happen if you assign the return value of a memory allocation function to a pointer that already held allocated memory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pointer will hold the value of the new block of memory and the address of the old block of memory will be forever lost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Over time, memory leaks cause programs to consume large amounts of RAM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it consumes enough memory, it will start interfering with the operation of other programs on the system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At that point, the operating system will be forced to kill the program in order to make enough RAM available for other programs to run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write a line of code that allocates memory, immediately write the line of code that will free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Put the logic of using the memory between the two 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will help ensure that the memory you allocate is deallocated properly before your </a:t>
            </a:r>
            <a:r>
              <a:rPr lang="en"/>
              <a:t>function</a:t>
            </a:r>
            <a:r>
              <a:rPr lang="en"/>
              <a:t> exits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Exception:  If the purpose of your function is to create and initialize a block of memory that is being returned to the caller then it obviously doesn't make sense to free the memory you allocate before the function ends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function has multiple return statements in it, make sure you free your memory before each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memory in the reverse order the pointers were allocated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helps write some error handling code such as the way errors are handled in the Linux kernel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function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void testRandomNumbers(void)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const int numNumbers = 65536;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// Allocate an array numNumbers in length.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// We want everything to start at 0, so use calloc.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int *histogram = (int*) calloc(1,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numNumbers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* sizeof(int));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for (int ii = 0; ii &lt; 1000000; ii++)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    histogram[rand() %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numNumbers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]++;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plotHistogram(histogram, numNumbers);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free(histogram); histogram = NULL;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a program that allocates an array of 26 characters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for loop to initialize the elements of the array to the letters 'a' through 'z'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Remember, characters are just numbers in 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So, if ii is between 0 and 25, you can write:  myLetters[ii] = 'a' + ii;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second for loop to print out the letters in the 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Resize the array to hold the capital letters as well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for loop to initialize the second half of the array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write:  myLetters[ii + NUM_LETTERS] = 'A' + ii;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another for loop to print out the full 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the array and exit the program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