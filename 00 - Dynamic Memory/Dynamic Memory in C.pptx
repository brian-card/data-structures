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8475E6F-74E9-479F-B298-0AB479A111B1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E4DE43-E16F-441C-9DB9-58BE5580303E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C2A7B66-2FD6-49E3-A430-D3F07C2FD8E1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F3ED9A9-DF36-4091-9F3C-C73E9CFEC7BC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71AAE6D-9183-4354-8810-3EA2280F3D9E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7573D0C-5F3E-4F40-813E-F2FE93DD0F00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C6F80560-5D92-455D-B5A1-F274C1719BCE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1183EEB-935F-4B9E-BF17-F2986133DEED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09374FB-1FBE-4145-9B4D-C4890C0D4A75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8710399A-133A-471C-AEB5-56D244C9028E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C6E0DF7-A977-4B8E-85D2-DE60C8659396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5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CFD3C6-29C7-45FD-9ACA-C76D2729449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98341"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12000" spc="-1" strike="noStrike">
                <a:solidFill>
                  <a:schemeClr val="dk1"/>
                </a:solidFill>
                <a:latin typeface="Arial"/>
                <a:ea typeface="Arial"/>
              </a:rPr>
              <a:t>xx%</a:t>
            </a:r>
            <a:endParaRPr b="0" lang="en-US" sz="1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50000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3C60AF-9BF0-4E86-9A12-3EED1E1A605D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04F33D-833B-410C-96D1-4B31275C4B6B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E0970C-C5FC-4A06-B563-C350B799F7D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ABAD25-6CCA-43EC-8039-3D876A018BA0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5F6214-3692-40EE-8812-AA47887442D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FFFD6B-96EB-48AC-9C24-1F709806E96D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81218"/>
          </a:bodyPr>
          <a:p>
            <a:pPr indent="0"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3586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A73145-5ED5-4FBC-B8CF-B861811555F1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4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7E5906-0FE3-4B37-B787-AA5DABDC93E1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8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7DD86F-CD7E-4F3A-B438-3C0C37F4361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3AC7A0-09AB-4A79-82E3-EA56AB8657A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200" spc="-1" strike="noStrike">
                <a:solidFill>
                  <a:schemeClr val="dk1"/>
                </a:solidFill>
                <a:latin typeface="Arial"/>
                <a:ea typeface="Arial"/>
              </a:rPr>
              <a:t>Dynamic Memory in C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4308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2"/>
                </a:solidFill>
                <a:latin typeface="Arial"/>
              </a:rPr>
              <a:t>Brian Card</a:t>
            </a:r>
            <a:endParaRPr b="0" lang="en-US" sz="2800" spc="-1" strike="noStrike">
              <a:solidFill>
                <a:schemeClr val="dk2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Dynamic memory functions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There are four (4) dynamic memory functions in C: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malloc(size): Basic memory allocation.  Returns a pointer to allocated memory on success, NULL on failure.  Allocated memory is *NOT* guaranteed to be cleared to zero.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free(pointer): Releases memory previously allocated by one of the other memory functions.  There is nothing returned.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calloc(number of elements, size of each element): Allocates memory and clears all of the bytes to 0.  Returns a pointer to allocated, cleared memory on success, NULL on failure.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realloc(pointer, size): Changes the size of memory previously allocated with malloc or calloc.  Returns a pointer to allocated memory (which may be the same as or different from the one passed in) on success, NULL if the reallocation was unsuccessful.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malloc()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333" lnSpcReduction="10000"/>
          </a:bodyPr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"malloc" is short for "memory allocate"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malloc() is the fastest of the functions that can allocate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It just finds the first thing that satisfies the size and returns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It's used when the user does not care about the contents of the returned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means that the user will be initializing the memory and will *NOT* attempt to check any of the memory during initialization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 parameter that's passed to malloc is the number of *bytes* you want allocated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means that if you want something that is more than one byte in size, you'll have to use the right number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You can use C's "sizeof" operator to do this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For example:  int *myInt = (int*) malloc(sizeof(int));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You can use malloc to create an array of things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For example, to declare an array of 42 ints:  int *myInts = (int*) malloc(42 * sizeof(int));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free()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8333" lnSpcReduction="10000"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free when you're done with a piece of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 doesn't matter which function allocated the memory or if it was reallocated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Make sure you don't attempt to use a pointer once it's been freed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will probably make your program crash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Make sure you don't attempt to free a piece of memory that's already been freed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will also probably make your program crash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Always set your pointer to NULL after you free it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It's recommended that you write "free(pointer); pointer = NULL;" on one line so that you don't accidentally forget to set it to NULL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 is OK to free a NULL pointer (it just does nothing)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No need to check if a pointer is NULL before freeing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calloc()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/>
          </a:bodyPr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"calloc" is short for "clear memory allocate"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calloc when you need to guarantee that all the bytes in the memory you're using are set to zero or when you would be initializing it to zero anyway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is important for some libraries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Using calloc is usually slower than using malloc because of the extra work done to guarantee that all of the memory is zero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Using calloc may be faster than setting it all to zero yourself because it may make use of special operating system functionality to do this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 parameters to calloc are the number of elements and the size of each element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Always set the number of elements to 1 and use the size you need as the second parameter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calloc has two parameters for historical reasons, but really only one is useful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realloc()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"realloc" is short for "reallocate"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realloc when you need to make a piece of memory larger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It can technically also be used to make a piece of memory smaller, but this should be avoided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 parameters to realloc are the pointer to reallocate and the desired new size of the memory (*NOT* the number of bytes to be added)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realloc may have to allocate a new block of memory to satisfy the request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If it does, it will copy over the contents of the old memory to the new memory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realloc returns a pointer to the memory of the new size on success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*NEVER* assign the return value to the same pointer you passed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Use a separate variable for the return value (more on this next)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Always check for NULL!!!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9999"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Memory allocation (or reallocation) can fail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it does, then malloc, calloc, or realloc will return NULL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*ALWAYS* check the return value to make sure it's not NULL before continuing and handle a failure gracefully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you don't check for NULL and memory allocation fails, your program will crash when it attempts to use the pointer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As mentioned in the realloc slide *NEVER* assign the return value of realloc back to the same pointer you pass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Realloc does not do anything with the pointer you pass in if reallocation fails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If you reassign the pointer you pass in and realloc fails, your pointer will become NULL and you will lose the ability to free the memory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is called a "memory leak"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Memory leaks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5000" lnSpcReduction="10000"/>
          </a:bodyPr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 memory leak happens when the pointer to allocated memory is lost before the memory at that address is freed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This can happen, for example, if you forget to free the memory you locally allocated in a function before it exits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0420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The pointer in the function will disappear when the function exits and you will have no knowledge of what it was and therefore will be unable to free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This can also happen if you assign the return value of a memory allocation function to a pointer that already held allocated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0420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The pointer will hold the value of the new block of memory and the address of the old block of memory will be forever lost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Over time, memory leaks cause programs to consume large amounts of RAM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it consumes enough memory, it will start interfering with the operation of other programs on the system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At that point, the operating system will be forced to kill the program in order to make enough RAM available for other programs to run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Best practices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9999"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When you write a line of code that allocates memory, immediately write the line of code that will free it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Put the logic of using the memory between the two lines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This will help ensure that the memory you allocate is deallocated properly before your function exits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Exception:  If the purpose of your function is to create and initialize a block of memory that is being returned to the caller then it obviously doesn't make sense to free the memory you allocate before the function ends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your function has multiple return statements in it, make sure you free your memory before each one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Free memory in the reverse order the pointers were allocated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helps write some error handling code such as the way errors are handled in the Linux kernel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Example function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1666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void testRandomNumbers(void)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const int numNumbers = 65536;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// Allocate an array numNumbers in length.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// We want everything to start at 0, so use calloc.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int *histogram = (int*) calloc(1, numNumbers * sizeof(int));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for (int ii = 0; ii &lt; 1000000; ii++)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histogram[rand() % numNumbers]++;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plotHistogram(histogram, numNumbers);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free(histogram); histogram = NULL;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Exercise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Write a program that allocates an array of 26 characters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 for loop to initialize the elements of the array to the letters 'a' through 'z'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Remember, characters are just numbers in 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So, if ii is between 0 and 25, you can write:  myLetters[ii] = 'a' + ii;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 second for loop to print out the letters in the array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Resize the array to hold the capital letters as well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 for loop to initialize the second half of the array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You can write:  myLetters[ii + NUM_LETTERS] = 'A' + ii;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another for loop to print out the full array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Free the array and exit the program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2026-02-21T13:21:00Z</dcterms:modified>
  <cp:revision>1</cp:revision>
  <dc:subject/>
  <dc:title/>
</cp:coreProperties>
</file>